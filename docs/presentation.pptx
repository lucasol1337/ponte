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201f185fc3440d" /><Relationship Type="http://schemas.openxmlformats.org/officeDocument/2006/relationships/extended-properties" Target="/docProps/app.xml" Id="R3862827357be444f" /><Relationship Type="http://schemas.openxmlformats.org/officeDocument/2006/relationships/officeDocument" Target="/ppt/presentation.xml" Id="Ra357ad794445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549c29ff248b4"/>
  </p:sldMasterIdLst>
  <p:notesMasterIdLst>
    <p:notesMasterId xmlns:r="http://schemas.openxmlformats.org/officeDocument/2006/relationships" r:id="R7e8758e4e06046ee"/>
  </p:notesMasterIdLst>
  <p:sldIdLst>
    <p:sldId xmlns:r="http://schemas.openxmlformats.org/officeDocument/2006/relationships" id="256" r:id="Rf6447495de4b4942"/>
    <p:sldId xmlns:r="http://schemas.openxmlformats.org/officeDocument/2006/relationships" id="257" r:id="R1212efd62d9141f5"/>
    <p:sldId xmlns:r="http://schemas.openxmlformats.org/officeDocument/2006/relationships" id="258" r:id="R1501d0dfeffc447e"/>
    <p:sldId xmlns:r="http://schemas.openxmlformats.org/officeDocument/2006/relationships" id="259" r:id="R9549e99f897e4062"/>
    <p:sldId xmlns:r="http://schemas.openxmlformats.org/officeDocument/2006/relationships" id="260" r:id="R18684753e2bc4dab"/>
    <p:sldId xmlns:r="http://schemas.openxmlformats.org/officeDocument/2006/relationships" id="261" r:id="R007f8b2ab57d4d21"/>
    <p:sldId xmlns:r="http://schemas.openxmlformats.org/officeDocument/2006/relationships" id="262" r:id="R3d31a46d8cc1424d"/>
    <p:sldId xmlns:r="http://schemas.openxmlformats.org/officeDocument/2006/relationships" id="263" r:id="Rebfff13c186349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f8986fffeb4ecc" /><Relationship Type="http://schemas.openxmlformats.org/officeDocument/2006/relationships/slideMaster" Target="/ppt/slideMasters/slideMaster1.xml" Id="R1ed549c29ff248b4" /><Relationship Type="http://schemas.openxmlformats.org/officeDocument/2006/relationships/notesMaster" Target="/ppt/notesMasters/notesMaster1.xml" Id="R7e8758e4e06046ee" /><Relationship Type="http://schemas.openxmlformats.org/officeDocument/2006/relationships/presProps" Target="/ppt/presProps.xml" Id="Rd4c8c7906d45404c" /><Relationship Type="http://schemas.openxmlformats.org/officeDocument/2006/relationships/tableStyles" Target="/ppt/tableStyles.xml" Id="R56cc35c42ad64755" /><Relationship Type="http://schemas.openxmlformats.org/officeDocument/2006/relationships/slide" Target="/ppt/slides/slide1.xml" Id="Rf6447495de4b4942" /><Relationship Type="http://schemas.openxmlformats.org/officeDocument/2006/relationships/slide" Target="/ppt/slides/slide2.xml" Id="R1212efd62d9141f5" /><Relationship Type="http://schemas.openxmlformats.org/officeDocument/2006/relationships/slide" Target="/ppt/slides/slide3.xml" Id="R1501d0dfeffc447e" /><Relationship Type="http://schemas.openxmlformats.org/officeDocument/2006/relationships/slide" Target="/ppt/slides/slide4.xml" Id="R9549e99f897e4062" /><Relationship Type="http://schemas.openxmlformats.org/officeDocument/2006/relationships/slide" Target="/ppt/slides/slide5.xml" Id="R18684753e2bc4dab" /><Relationship Type="http://schemas.openxmlformats.org/officeDocument/2006/relationships/slide" Target="/ppt/slides/slide6.xml" Id="R007f8b2ab57d4d21" /><Relationship Type="http://schemas.openxmlformats.org/officeDocument/2006/relationships/slide" Target="/ppt/slides/slide7.xml" Id="R3d31a46d8cc1424d" /><Relationship Type="http://schemas.openxmlformats.org/officeDocument/2006/relationships/slide" Target="/ppt/slides/slide8.xml" Id="Rebfff13c186349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0a0e016e2d4c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5467f5ffa9454c" /><Relationship Type="http://schemas.openxmlformats.org/officeDocument/2006/relationships/notesMaster" Target="/ppt/notesMasters/notesMaster1.xml" Id="R9709dc23c9fc4b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4b70226dc4a58" /><Relationship Type="http://schemas.openxmlformats.org/officeDocument/2006/relationships/notesMaster" Target="/ppt/notesMasters/notesMaster1.xml" Id="R9f257f22ca8842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e52382d0a24695" /><Relationship Type="http://schemas.openxmlformats.org/officeDocument/2006/relationships/notesMaster" Target="/ppt/notesMasters/notesMaster1.xml" Id="Rfc4c928dc2de4f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ed2131174a4da0" /><Relationship Type="http://schemas.openxmlformats.org/officeDocument/2006/relationships/notesMaster" Target="/ppt/notesMasters/notesMaster1.xml" Id="Rd05516638bce40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b80589363045a9" /><Relationship Type="http://schemas.openxmlformats.org/officeDocument/2006/relationships/notesMaster" Target="/ppt/notesMasters/notesMaster1.xml" Id="R2808174a67cb4a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cbb562b66e4eca" /><Relationship Type="http://schemas.openxmlformats.org/officeDocument/2006/relationships/notesMaster" Target="/ppt/notesMasters/notesMaster1.xml" Id="R59de7d41ee0449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125b717e894c3a" /><Relationship Type="http://schemas.openxmlformats.org/officeDocument/2006/relationships/notesMaster" Target="/ppt/notesMasters/notesMaster1.xml" Id="R5215fc4b980741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ec410c20d34c49" /><Relationship Type="http://schemas.openxmlformats.org/officeDocument/2006/relationships/notesMaster" Target="/ppt/notesMasters/notesMaster1.xml" Id="R55aa0e95b01c43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project by LucasOl1337. Cover is AI-generated concept art, not a product screenshot. Full prompt and credits: docs/assets.md. Project source: https://github.com/LucasOl1337/ponte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 an original 390px browser capture of the running English app connected to a read-only local review instance. Separate physical Redmi evidence, including persistent login, is documented in docs/evidence.md. The browser language test verified English default on a Portuguese browser, Portuguese retained after reload and preservation of unsent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 an original English browser preview of the monitor controls before streaming. Changing frames from DP-2 were verified in this browser instance. Separate original Redmi captures document TLS over Tailscale without ADB reverse. See docs/evidence.md for physical-device evidence, source credits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docs/evidence.md, PC benchmark from September 5, 2026. HDMI-A-1 7.33fps / 78ms / 2.76Mbit/s; DP-1 7.33fps /120ms /3.35Mbit/s; DP-2 7.11fps /177ms /6.84Mbit/s. 8.51 CPU seconds over 4.54 wall seconds. This is not a WAN latency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physical device test found a missing MODIFY_AUDIO_SETTINGS permission. The fixed manifest passed packaging checks. A physical-device recording retest remains pending. This slide does not claim a successful recording. See docs/evidence.md and android/README.md.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server.mjs, backend/, android/src/app/ponte/omarchy/LoopbackProxy.java and SECURITY.md. A paired phone controls the live user session. Tailscale ACLs and trusted peers are prerequisites, not managed by Ponte. Certificate renewal requires a rebuilt APK. No independent security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package.json, LICENSE, README.md, docs/evidence.md. Scope is experimental alpha. Android build downloads pinned third-party tools that retain their own licenses. No implication of official Omarchy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project, not endorsed by or bundled with Omarchy. Official Omarchy: https://github.com/omacom/omarchy. Creator: https://dhh.dk/. Full factual record: docs/evidence.md.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40dcce42241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abff2dc1a9430e" /><Relationship Type="http://schemas.openxmlformats.org/officeDocument/2006/relationships/slideLayout" Target="/ppt/slideLayouts/slideLayout1.xml" Id="R89fdf4eced5f4b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fdf4eced5f4b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fc107ee024d9a" /><Relationship Type="http://schemas.openxmlformats.org/officeDocument/2006/relationships/image" Target="/ppt/media/image.png" Id="R98cc67a17e5740e7" /><Relationship Type="http://schemas.openxmlformats.org/officeDocument/2006/relationships/notesSlide" Target="/ppt/notesSlides/notesSlide1.xml" Id="R08b28be17b1b41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03b87147a497a" /><Relationship Type="http://schemas.openxmlformats.org/officeDocument/2006/relationships/image" Target="/ppt/media/image2.png" Id="R2e963ca390a8498e" /><Relationship Type="http://schemas.openxmlformats.org/officeDocument/2006/relationships/notesSlide" Target="/ppt/notesSlides/notesSlide2.xml" Id="R9c07e59f5b244d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e74952ea74591" /><Relationship Type="http://schemas.openxmlformats.org/officeDocument/2006/relationships/image" Target="/ppt/media/image3.png" Id="R43ac2568eee94f05" /><Relationship Type="http://schemas.openxmlformats.org/officeDocument/2006/relationships/notesSlide" Target="/ppt/notesSlides/notesSlide3.xml" Id="R8fb0bfd747aa48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3e92be2284bee" /><Relationship Type="http://schemas.openxmlformats.org/officeDocument/2006/relationships/notesSlide" Target="/ppt/notesSlides/notesSlide4.xml" Id="R496e1a4049604e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b8397132a485e" /><Relationship Type="http://schemas.openxmlformats.org/officeDocument/2006/relationships/image" Target="/ppt/media/image4.png" Id="R0820beba2beb4093" /><Relationship Type="http://schemas.openxmlformats.org/officeDocument/2006/relationships/notesSlide" Target="/ppt/notesSlides/notesSlide5.xml" Id="R60bfcca0f7df41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6b63f0a474e9e" /><Relationship Type="http://schemas.openxmlformats.org/officeDocument/2006/relationships/notesSlide" Target="/ppt/notesSlides/notesSlide6.xml" Id="R0b4fc85c3c4049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d18163fbb42e9" /><Relationship Type="http://schemas.openxmlformats.org/officeDocument/2006/relationships/notesSlide" Target="/ppt/notesSlides/notesSlide7.xml" Id="R79dc494b85a240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7341d159745b4" /><Relationship Type="http://schemas.openxmlformats.org/officeDocument/2006/relationships/notesSlide" Target="/ppt/notesSlides/notesSlide8.xml" Id="R6740b1658e3142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c67a17e5740e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67FBF-4340-4AF3-B78A-E478FA58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523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8250" b="1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ponte.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87310-E1B7-44CE-9E49-DE765E80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3225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Your Omarchy desktop,</a:t>
            </a:r>
          </a:p>
          <a:p xmlns:a="http://schemas.openxmlformats.org/drawingml/2006/main">
            <a:pPr>
              <a:defRPr sz="3225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3225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within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834BF-804B-42F6-B19D-BA27735D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02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Android remote control</a:t>
            </a:r>
          </a:p>
          <a:p xmlns:a="http://schemas.openxmlformats.org/drawingml/2006/main">
            <a:pPr>
              <a:defRPr sz="202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02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and live monitor views</a:t>
            </a:r>
          </a:p>
          <a:p xmlns:a="http://schemas.openxmlformats.org/drawingml/2006/main">
            <a:pPr>
              <a:defRPr sz="202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02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over Tailscale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FCE21-8669-4F83-BA6E-D7357309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15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Open source alpha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47340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B93E0-4357-4723-8321-B247AB2B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752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405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Desktop controls that fit a phone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AD315-5000-498C-9AB3-E9780A8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Use the touchpad. Send text.</a:t>
            </a:r>
          </a:p>
          <a:p xmlns:a="http://schemas.openxmlformats.org/drawingml/2006/main">
            <a:pPr>
              <a:def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Choose the window you need.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C7C44-284D-40D3-81C2-E0BF73BA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52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Pairing stays saved between launches.</a:t>
            </a:r>
          </a:p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English is the default. Portuguese is one tap</a:t>
            </a:r>
          </a:p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away, with your preference saved.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63ca390a8498e"/>
          <a:stretch xmlns:a="http://schemas.openxmlformats.org/drawingml/2006/main"/>
        </p:blipFill>
        <p:spPr>
          <a:xfrm xmlns:a="http://schemas.openxmlformats.org/drawingml/2006/main">
            <a:off x="8534400" y="348981"/>
            <a:ext cx="2886075" cy="62457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20B4C-A9E0-4512-92D4-5C9657BB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714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165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English browser preview. Device evidence is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1640451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2F184-7E2B-43A0-9E16-1847002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752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405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Live views of your monitors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F400E-7BF0-4ECA-AD73-DFBE33A6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Select a monitor, then zoom</a:t>
            </a:r>
          </a:p>
          <a:p xmlns:a="http://schemas.openxmlformats.org/drawingml/2006/main">
            <a:pPr>
              <a:def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or open it in fullscreen.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F1E60-FB2D-4E4B-8BF1-0E43845A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19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Authenticated MJPEG, with profiles up to 10 fps.</a:t>
            </a:r>
          </a:p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Video stops when you leave the live view.</a:t>
            </a:r>
          </a:p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System audio is not streamed.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c2568eee94f05"/>
          <a:stretch xmlns:a="http://schemas.openxmlformats.org/drawingml/2006/main"/>
        </p:blipFill>
        <p:spPr>
          <a:xfrm xmlns:a="http://schemas.openxmlformats.org/drawingml/2006/main">
            <a:off x="8534400" y="348981"/>
            <a:ext cx="2886075" cy="62457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E0F93-ED1F-4C02-A57A-B410404C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714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165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English browser preview. Device evidence is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1788164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DD2ED-4515-4E80-9FE8-22DC8CD9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3825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Measured on a real Omarchy PC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25224-9C30-4E65-BDFE-2225ECD8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429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0" b="1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9000" b="1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7.1–7.3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A42CA-FF07-43A3-A2DB-8A89D925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433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2400" b="0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frames per second per 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F89B0-7FBD-42B2-8BDE-93337D1F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35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3 simultaneous monitors</a:t>
            </a:r>
          </a:p>
          <a:p xmlns:a="http://schemas.openxmlformats.org/drawingml/2006/main">
            <a:pPr>
              <a:def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4.54-second sample</a:t>
            </a:r>
          </a:p>
          <a:p xmlns:a="http://schemas.openxmlformats.org/drawingml/2006/main">
            <a:pPr>
              <a:def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10 fps requested at half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31B08-EF29-4E85-B8C5-1409F3F9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2325" b="0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78–177 ms to the first frame in the local sample.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1CF9D-F733-4C9C-94B8-580DD7A3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172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PC-side capture measurement. Phone frame rate, battery use and remote cellular performance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722640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FB67C-1E80-45C9-8A9A-CE8F0D5B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420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Voice messages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0C955-C699-4962-9A2A-DCE08497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Record on the phone.</a:t>
            </a:r>
          </a:p>
          <a:p xmlns:a="http://schemas.openxmlformats.org/drawingml/2006/main">
            <a:pPr>
              <a:def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2625" b="0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Review before sending to the PC.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04958-86CB-4014-8EC9-26F44B41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Files stay on the PC.</a:t>
            </a:r>
          </a:p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No AI transcription service is involved.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7BB7A-B9EB-4A9F-8CBD-EEB7AC50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18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Android recording remains under verification.</a:t>
            </a:r>
          </a:p>
          <a:p xmlns:a="http://schemas.openxmlformats.org/drawingml/2006/main">
            <a:pPr>
              <a:defRPr sz="18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18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English browser preview. Recorder idle.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0beba2beb4093"/>
          <a:stretch xmlns:a="http://schemas.openxmlformats.org/drawingml/2006/main"/>
        </p:blipFill>
        <p:spPr>
          <a:xfrm xmlns:a="http://schemas.openxmlformats.org/drawingml/2006/main">
            <a:off x="8534400" y="348981"/>
            <a:ext cx="2886075" cy="62457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57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09118-D67F-4735-A9F4-F53679DA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390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Your PC hosts the connection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D15F7-EAE7-408E-BFEA-32123AD5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3375" b="1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8EE88-83A7-4AFE-800C-36AF5C00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Private loopback proxy</a:t>
            </a:r>
          </a:p>
          <a:p xmlns:a="http://schemas.openxmlformats.org/drawingml/2006/main">
            <a:pPr>
              <a:def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Saved pairing token</a:t>
            </a:r>
          </a:p>
          <a:p xmlns:a="http://schemas.openxmlformats.org/drawingml/2006/main">
            <a:pPr>
              <a:def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Exact server certificate pin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20DFC-3E94-46B7-931E-3847461E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3375" b="1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Omarchy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87D6D-EF26-4654-BBA1-CA82D4A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57550"/>
            <a:ext cx="4514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Node.js service on the PC</a:t>
            </a:r>
          </a:p>
          <a:p xmlns:a="http://schemas.openxmlformats.org/drawingml/2006/main">
            <a:pPr>
              <a:def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Hyprland desktop controls</a:t>
            </a:r>
          </a:p>
          <a:p xmlns:a="http://schemas.openxmlformats.org/drawingml/2006/main">
            <a:pPr>
              <a:def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75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Local recordings and captures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1B532-D21D-4FE6-8422-401E9B88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2325" b="0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The app connects to the PC over Tailscale and TLS.</a:t>
            </a:r>
          </a:p>
        </p:txBody>
      </p:sp>
    </p:spTree>
    <p:extLst>
      <p:ext uri="{BB962C8B-B14F-4D97-AF65-F5344CB8AC3E}">
        <p14:creationId xmlns:p14="http://schemas.microsoft.com/office/powerpoint/2010/main" val="374628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60E3F-F38B-4954-B68D-2FBC1C0D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390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A small, inspectable first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8F4BE-5569-4D3D-9AD0-D5956026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647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5100" b="1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MIT licensed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8841D-514B-40AB-BC6F-F59D2E07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861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2625" b="0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No production npm dependencies.</a:t>
            </a:r>
          </a:p>
          <a:p xmlns:a="http://schemas.openxmlformats.org/drawingml/2006/main">
            <a:pPr>
              <a:defRPr sz="2625" b="0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2625" b="0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Local setup and a personal Android build.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F0AC8-06DA-4CB4-94A3-4F7FFBEA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Next: simpler first pairing, Android recording verification,</a:t>
            </a:r>
          </a:p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and measurements beyond the home network.</a:t>
            </a:r>
          </a:p>
        </p:txBody>
      </p:sp>
    </p:spTree>
    <p:extLst>
      <p:ext uri="{BB962C8B-B14F-4D97-AF65-F5344CB8AC3E}">
        <p14:creationId xmlns:p14="http://schemas.microsoft.com/office/powerpoint/2010/main" val="1794365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C695E-04E3-46DC-BAAB-17FAC96B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450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Built for Omarchy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913B-5033-4E27-9AE0-8C0C4628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781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0" b="1">
                <a:solidFill>
                  <a:srgbClr val="D5F888"/>
                </a:solidFill>
                <a:latin typeface="Adwaita Sans"/>
                <a:ea typeface="Adwaita Sans"/>
                <a:cs typeface="Adwaita Sans"/>
              </a:defRPr>
            </a:pPr>
            <a:r>
              <a:rPr sz="9000" b="1">
                <a:solidFill>
                  <a:srgbClr val="D5F888"/>
                </a:solidFill>
                <a:latin typeface="Adwaita Sans"/>
                <a:ea typeface="Adwaita Sans"/>
                <a:cs typeface="Adwaita Sans"/>
              </a:rPr>
              <a:t>ponte.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20236-78B1-4A3A-BD5E-464D6B6D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482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defRPr>
            </a:pPr>
            <a:r>
              <a:rPr sz="3150" b="1">
                <a:solidFill>
                  <a:srgbClr val="F2F3E8"/>
                </a:solidFill>
                <a:latin typeface="Adwaita Sans"/>
                <a:ea typeface="Adwaita Sans"/>
                <a:cs typeface="Adwaita Sans"/>
              </a:rPr>
              <a:t>github.com/LucasOl1337/ponte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297D5-E084-4B05-8358-BD7CE7F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Source, setup, original screenshots and measured evidence.</a:t>
            </a:r>
          </a:p>
          <a:p xmlns:a="http://schemas.openxmlformats.org/drawingml/2006/main">
            <a:pPr>
              <a:def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defRPr>
            </a:pPr>
            <a:r>
              <a:rPr sz="2100" b="0">
                <a:solidFill>
                  <a:srgbClr val="B8BCAF"/>
                </a:solidFill>
                <a:latin typeface="Adwaita Sans"/>
                <a:ea typeface="Adwaita Sans"/>
                <a:cs typeface="Adwaita Sans"/>
              </a:rPr>
              <a:t>Feedback on the first-run experience is especially welcome.</a:t>
            </a:r>
          </a:p>
        </p:txBody>
      </p:sp>
    </p:spTree>
    <p:extLst>
      <p:ext uri="{BB962C8B-B14F-4D97-AF65-F5344CB8AC3E}">
        <p14:creationId xmlns:p14="http://schemas.microsoft.com/office/powerpoint/2010/main" val="897984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2026-09-05T17:53:13.5310000Z</dcterms:created>
  <dcterms:modified xsi:type="dcterms:W3CDTF">2026-09-05T17:53:13.5310000Z</dcterms:modified>
</coreProperties>
</file>